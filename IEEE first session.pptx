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4F996D-B10A-4A2B-AE6A-5CB95527B6E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6228374-3493-4E5E-AA98-CC7B192B79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Intro to mobile applications (what is the difference between Native &amp; Cross Platform).</a:t>
          </a:r>
        </a:p>
      </dgm:t>
    </dgm:pt>
    <dgm:pt modelId="{85ACB826-91BB-42F5-8EC9-9F24897836B2}" type="parTrans" cxnId="{274AF493-1397-420A-A781-0FB5F7E84E89}">
      <dgm:prSet/>
      <dgm:spPr/>
      <dgm:t>
        <a:bodyPr/>
        <a:lstStyle/>
        <a:p>
          <a:endParaRPr lang="en-US"/>
        </a:p>
      </dgm:t>
    </dgm:pt>
    <dgm:pt modelId="{76750B90-7950-4577-9DCB-3E572B3C9B95}" type="sibTrans" cxnId="{274AF493-1397-420A-A781-0FB5F7E84E89}">
      <dgm:prSet phldrT="01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0EC0F0B-CC2F-4F8F-AC48-4FB88EFE954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Difference between Flutter &amp; Dart.</a:t>
          </a:r>
        </a:p>
      </dgm:t>
    </dgm:pt>
    <dgm:pt modelId="{DFB5667F-CC50-4804-946F-944F58FB59EE}" type="parTrans" cxnId="{FE6F81DE-A940-4E59-A31F-57C875831718}">
      <dgm:prSet/>
      <dgm:spPr/>
      <dgm:t>
        <a:bodyPr/>
        <a:lstStyle/>
        <a:p>
          <a:endParaRPr lang="en-US"/>
        </a:p>
      </dgm:t>
    </dgm:pt>
    <dgm:pt modelId="{0F5BA517-4731-4A21-9548-914730DFF977}" type="sibTrans" cxnId="{FE6F81DE-A940-4E59-A31F-57C875831718}">
      <dgm:prSet phldrT="02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BF5941-BB64-415C-A499-5F08E2DF6E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History of dart.</a:t>
          </a:r>
        </a:p>
      </dgm:t>
    </dgm:pt>
    <dgm:pt modelId="{6965175B-07F7-4393-9558-1637EFA301FE}" type="parTrans" cxnId="{3EA286C3-D535-48BE-BE51-F25276A91958}">
      <dgm:prSet/>
      <dgm:spPr/>
      <dgm:t>
        <a:bodyPr/>
        <a:lstStyle/>
        <a:p>
          <a:endParaRPr lang="en-US"/>
        </a:p>
      </dgm:t>
    </dgm:pt>
    <dgm:pt modelId="{6FB483FD-4D9D-4517-973F-E708E55A4ABB}" type="sibTrans" cxnId="{3EA286C3-D535-48BE-BE51-F25276A91958}">
      <dgm:prSet phldrT="03"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B8C3B69-444B-442B-AD1C-42315C81CD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highlight>
                <a:srgbClr val="808080"/>
              </a:highlight>
            </a:rPr>
            <a:t>Dart basics</a:t>
          </a:r>
          <a:r>
            <a:rPr lang="en-US"/>
            <a:t> : Datatypes, Operators, Conditions, Loops, Function and Null Safety.</a:t>
          </a:r>
        </a:p>
      </dgm:t>
    </dgm:pt>
    <dgm:pt modelId="{D365CB5B-2C42-4C22-83C1-BD53BB8BE5FF}" type="parTrans" cxnId="{7F0E2834-A538-43C7-8617-D4E94DC5007E}">
      <dgm:prSet/>
      <dgm:spPr/>
      <dgm:t>
        <a:bodyPr/>
        <a:lstStyle/>
        <a:p>
          <a:endParaRPr lang="en-US"/>
        </a:p>
      </dgm:t>
    </dgm:pt>
    <dgm:pt modelId="{025B1A21-5A87-479E-8EB2-D4D2BE8CE269}" type="sibTrans" cxnId="{7F0E2834-A538-43C7-8617-D4E94DC5007E}">
      <dgm:prSet phldrT="04"/>
      <dgm:spPr/>
      <dgm:t>
        <a:bodyPr/>
        <a:lstStyle/>
        <a:p>
          <a:endParaRPr lang="en-US"/>
        </a:p>
      </dgm:t>
    </dgm:pt>
    <dgm:pt modelId="{8F0D3DDE-C4AC-4622-B60C-FDA0836F4A9F}" type="pres">
      <dgm:prSet presAssocID="{EB4F996D-B10A-4A2B-AE6A-5CB95527B6E8}" presName="root" presStyleCnt="0">
        <dgm:presLayoutVars>
          <dgm:dir/>
          <dgm:resizeHandles val="exact"/>
        </dgm:presLayoutVars>
      </dgm:prSet>
      <dgm:spPr/>
    </dgm:pt>
    <dgm:pt modelId="{5D49984A-AF70-41D6-8327-331E7229C453}" type="pres">
      <dgm:prSet presAssocID="{EB4F996D-B10A-4A2B-AE6A-5CB95527B6E8}" presName="container" presStyleCnt="0">
        <dgm:presLayoutVars>
          <dgm:dir/>
          <dgm:resizeHandles val="exact"/>
        </dgm:presLayoutVars>
      </dgm:prSet>
      <dgm:spPr/>
    </dgm:pt>
    <dgm:pt modelId="{2193F369-D421-40C1-BE40-34D7C69E008D}" type="pres">
      <dgm:prSet presAssocID="{86228374-3493-4E5E-AA98-CC7B192B7926}" presName="compNode" presStyleCnt="0"/>
      <dgm:spPr/>
    </dgm:pt>
    <dgm:pt modelId="{95D56BC4-EA9D-4F19-8A67-5F54482F12CB}" type="pres">
      <dgm:prSet presAssocID="{86228374-3493-4E5E-AA98-CC7B192B7926}" presName="iconBgRect" presStyleLbl="bgShp" presStyleIdx="0" presStyleCnt="4"/>
      <dgm:spPr/>
    </dgm:pt>
    <dgm:pt modelId="{013DF5EE-63F0-43FC-B582-1343C71E3683}" type="pres">
      <dgm:prSet presAssocID="{86228374-3493-4E5E-AA98-CC7B192B792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hi"/>
        </a:ext>
      </dgm:extLst>
    </dgm:pt>
    <dgm:pt modelId="{D7D35DB1-4C75-4FE6-AB68-DDCFCA67DF45}" type="pres">
      <dgm:prSet presAssocID="{86228374-3493-4E5E-AA98-CC7B192B7926}" presName="spaceRect" presStyleCnt="0"/>
      <dgm:spPr/>
    </dgm:pt>
    <dgm:pt modelId="{1889CD4F-7499-4719-B589-1BFB23F3F029}" type="pres">
      <dgm:prSet presAssocID="{86228374-3493-4E5E-AA98-CC7B192B7926}" presName="textRect" presStyleLbl="revTx" presStyleIdx="0" presStyleCnt="4">
        <dgm:presLayoutVars>
          <dgm:chMax val="1"/>
          <dgm:chPref val="1"/>
        </dgm:presLayoutVars>
      </dgm:prSet>
      <dgm:spPr/>
    </dgm:pt>
    <dgm:pt modelId="{268ADC14-0736-465F-9815-6A180C6C3445}" type="pres">
      <dgm:prSet presAssocID="{76750B90-7950-4577-9DCB-3E572B3C9B95}" presName="sibTrans" presStyleLbl="sibTrans2D1" presStyleIdx="0" presStyleCnt="0"/>
      <dgm:spPr/>
    </dgm:pt>
    <dgm:pt modelId="{B1EB624D-1B30-4FD2-A734-C4D5F9FDA8A3}" type="pres">
      <dgm:prSet presAssocID="{00EC0F0B-CC2F-4F8F-AC48-4FB88EFE9545}" presName="compNode" presStyleCnt="0"/>
      <dgm:spPr/>
    </dgm:pt>
    <dgm:pt modelId="{07DE9B62-CE09-40FE-81BF-B3A40C0D367B}" type="pres">
      <dgm:prSet presAssocID="{00EC0F0B-CC2F-4F8F-AC48-4FB88EFE9545}" presName="iconBgRect" presStyleLbl="bgShp" presStyleIdx="1" presStyleCnt="4"/>
      <dgm:spPr/>
    </dgm:pt>
    <dgm:pt modelId="{E5426C16-BFAC-451A-B7A3-8FF43FDDB96E}" type="pres">
      <dgm:prSet presAssocID="{00EC0F0B-CC2F-4F8F-AC48-4FB88EFE954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arrow"/>
        </a:ext>
      </dgm:extLst>
    </dgm:pt>
    <dgm:pt modelId="{5E3C3F32-A8BD-492B-AC6F-1E710007FE66}" type="pres">
      <dgm:prSet presAssocID="{00EC0F0B-CC2F-4F8F-AC48-4FB88EFE9545}" presName="spaceRect" presStyleCnt="0"/>
      <dgm:spPr/>
    </dgm:pt>
    <dgm:pt modelId="{459DAEA3-2F14-4041-8E94-11C9155034F7}" type="pres">
      <dgm:prSet presAssocID="{00EC0F0B-CC2F-4F8F-AC48-4FB88EFE9545}" presName="textRect" presStyleLbl="revTx" presStyleIdx="1" presStyleCnt="4">
        <dgm:presLayoutVars>
          <dgm:chMax val="1"/>
          <dgm:chPref val="1"/>
        </dgm:presLayoutVars>
      </dgm:prSet>
      <dgm:spPr/>
    </dgm:pt>
    <dgm:pt modelId="{F9465714-B754-4F13-BDB4-B1207AA81472}" type="pres">
      <dgm:prSet presAssocID="{0F5BA517-4731-4A21-9548-914730DFF977}" presName="sibTrans" presStyleLbl="sibTrans2D1" presStyleIdx="0" presStyleCnt="0"/>
      <dgm:spPr/>
    </dgm:pt>
    <dgm:pt modelId="{D5597990-73F0-4DB1-B039-2CD6E7DF4C8B}" type="pres">
      <dgm:prSet presAssocID="{E2BF5941-BB64-415C-A499-5F08E2DF6E92}" presName="compNode" presStyleCnt="0"/>
      <dgm:spPr/>
    </dgm:pt>
    <dgm:pt modelId="{FCC666D8-35D6-436E-9BBE-B02661AF7746}" type="pres">
      <dgm:prSet presAssocID="{E2BF5941-BB64-415C-A499-5F08E2DF6E92}" presName="iconBgRect" presStyleLbl="bgShp" presStyleIdx="2" presStyleCnt="4"/>
      <dgm:spPr/>
    </dgm:pt>
    <dgm:pt modelId="{DBB916C5-1F32-461A-82A0-EBEAF87BA72A}" type="pres">
      <dgm:prSet presAssocID="{E2BF5941-BB64-415C-A499-5F08E2DF6E9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DA907FDD-8CC3-4547-AFB6-E12353B0EC5D}" type="pres">
      <dgm:prSet presAssocID="{E2BF5941-BB64-415C-A499-5F08E2DF6E92}" presName="spaceRect" presStyleCnt="0"/>
      <dgm:spPr/>
    </dgm:pt>
    <dgm:pt modelId="{43844BBB-DA85-4F88-99B5-A1D60838AAF9}" type="pres">
      <dgm:prSet presAssocID="{E2BF5941-BB64-415C-A499-5F08E2DF6E92}" presName="textRect" presStyleLbl="revTx" presStyleIdx="2" presStyleCnt="4">
        <dgm:presLayoutVars>
          <dgm:chMax val="1"/>
          <dgm:chPref val="1"/>
        </dgm:presLayoutVars>
      </dgm:prSet>
      <dgm:spPr/>
    </dgm:pt>
    <dgm:pt modelId="{FE6F035C-B393-40DD-B3BC-EC1EA4516672}" type="pres">
      <dgm:prSet presAssocID="{6FB483FD-4D9D-4517-973F-E708E55A4ABB}" presName="sibTrans" presStyleLbl="sibTrans2D1" presStyleIdx="0" presStyleCnt="0"/>
      <dgm:spPr/>
    </dgm:pt>
    <dgm:pt modelId="{0CF734CA-98CE-4EDB-8F0B-6E8BB9305481}" type="pres">
      <dgm:prSet presAssocID="{9B8C3B69-444B-442B-AD1C-42315C81CD9C}" presName="compNode" presStyleCnt="0"/>
      <dgm:spPr/>
    </dgm:pt>
    <dgm:pt modelId="{CB052BCA-CD9A-48AD-9455-471AA4579BF6}" type="pres">
      <dgm:prSet presAssocID="{9B8C3B69-444B-442B-AD1C-42315C81CD9C}" presName="iconBgRect" presStyleLbl="bgShp" presStyleIdx="3" presStyleCnt="4"/>
      <dgm:spPr/>
    </dgm:pt>
    <dgm:pt modelId="{85F072D1-13C4-49D0-BB8D-9663B2C7C5E7}" type="pres">
      <dgm:prSet presAssocID="{9B8C3B69-444B-442B-AD1C-42315C81CD9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A2850A13-08AB-42A3-8B4F-0F2A876A67C7}" type="pres">
      <dgm:prSet presAssocID="{9B8C3B69-444B-442B-AD1C-42315C81CD9C}" presName="spaceRect" presStyleCnt="0"/>
      <dgm:spPr/>
    </dgm:pt>
    <dgm:pt modelId="{68518380-477C-4E4C-8F4A-53F3D71C6048}" type="pres">
      <dgm:prSet presAssocID="{9B8C3B69-444B-442B-AD1C-42315C81CD9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F0E2834-A538-43C7-8617-D4E94DC5007E}" srcId="{EB4F996D-B10A-4A2B-AE6A-5CB95527B6E8}" destId="{9B8C3B69-444B-442B-AD1C-42315C81CD9C}" srcOrd="3" destOrd="0" parTransId="{D365CB5B-2C42-4C22-83C1-BD53BB8BE5FF}" sibTransId="{025B1A21-5A87-479E-8EB2-D4D2BE8CE269}"/>
    <dgm:cxn modelId="{70A98A61-67D0-4BCD-8819-9D0DD4FADDD6}" type="presOf" srcId="{EB4F996D-B10A-4A2B-AE6A-5CB95527B6E8}" destId="{8F0D3DDE-C4AC-4622-B60C-FDA0836F4A9F}" srcOrd="0" destOrd="0" presId="urn:microsoft.com/office/officeart/2018/2/layout/IconCircleList"/>
    <dgm:cxn modelId="{8501FD64-5C16-48B4-A1A8-053CB85862F0}" type="presOf" srcId="{E2BF5941-BB64-415C-A499-5F08E2DF6E92}" destId="{43844BBB-DA85-4F88-99B5-A1D60838AAF9}" srcOrd="0" destOrd="0" presId="urn:microsoft.com/office/officeart/2018/2/layout/IconCircleList"/>
    <dgm:cxn modelId="{49A09171-CD37-4A47-9685-A2388CE32398}" type="presOf" srcId="{86228374-3493-4E5E-AA98-CC7B192B7926}" destId="{1889CD4F-7499-4719-B589-1BFB23F3F029}" srcOrd="0" destOrd="0" presId="urn:microsoft.com/office/officeart/2018/2/layout/IconCircleList"/>
    <dgm:cxn modelId="{5AC24C55-689D-4714-945D-637170A7F7FA}" type="presOf" srcId="{6FB483FD-4D9D-4517-973F-E708E55A4ABB}" destId="{FE6F035C-B393-40DD-B3BC-EC1EA4516672}" srcOrd="0" destOrd="0" presId="urn:microsoft.com/office/officeart/2018/2/layout/IconCircleList"/>
    <dgm:cxn modelId="{75B5E078-3586-49BE-82AC-BFC3B3360112}" type="presOf" srcId="{00EC0F0B-CC2F-4F8F-AC48-4FB88EFE9545}" destId="{459DAEA3-2F14-4041-8E94-11C9155034F7}" srcOrd="0" destOrd="0" presId="urn:microsoft.com/office/officeart/2018/2/layout/IconCircleList"/>
    <dgm:cxn modelId="{274AF493-1397-420A-A781-0FB5F7E84E89}" srcId="{EB4F996D-B10A-4A2B-AE6A-5CB95527B6E8}" destId="{86228374-3493-4E5E-AA98-CC7B192B7926}" srcOrd="0" destOrd="0" parTransId="{85ACB826-91BB-42F5-8EC9-9F24897836B2}" sibTransId="{76750B90-7950-4577-9DCB-3E572B3C9B95}"/>
    <dgm:cxn modelId="{D451D89B-0AA9-412F-A6D2-76E8759EEF68}" type="presOf" srcId="{9B8C3B69-444B-442B-AD1C-42315C81CD9C}" destId="{68518380-477C-4E4C-8F4A-53F3D71C6048}" srcOrd="0" destOrd="0" presId="urn:microsoft.com/office/officeart/2018/2/layout/IconCircleList"/>
    <dgm:cxn modelId="{45AE0DC0-F8AB-4286-90CB-DC2F1CE6EB62}" type="presOf" srcId="{76750B90-7950-4577-9DCB-3E572B3C9B95}" destId="{268ADC14-0736-465F-9815-6A180C6C3445}" srcOrd="0" destOrd="0" presId="urn:microsoft.com/office/officeart/2018/2/layout/IconCircleList"/>
    <dgm:cxn modelId="{3EA286C3-D535-48BE-BE51-F25276A91958}" srcId="{EB4F996D-B10A-4A2B-AE6A-5CB95527B6E8}" destId="{E2BF5941-BB64-415C-A499-5F08E2DF6E92}" srcOrd="2" destOrd="0" parTransId="{6965175B-07F7-4393-9558-1637EFA301FE}" sibTransId="{6FB483FD-4D9D-4517-973F-E708E55A4ABB}"/>
    <dgm:cxn modelId="{12ED4BCF-56E9-4016-8403-DE4BA5C35880}" type="presOf" srcId="{0F5BA517-4731-4A21-9548-914730DFF977}" destId="{F9465714-B754-4F13-BDB4-B1207AA81472}" srcOrd="0" destOrd="0" presId="urn:microsoft.com/office/officeart/2018/2/layout/IconCircleList"/>
    <dgm:cxn modelId="{FE6F81DE-A940-4E59-A31F-57C875831718}" srcId="{EB4F996D-B10A-4A2B-AE6A-5CB95527B6E8}" destId="{00EC0F0B-CC2F-4F8F-AC48-4FB88EFE9545}" srcOrd="1" destOrd="0" parTransId="{DFB5667F-CC50-4804-946F-944F58FB59EE}" sibTransId="{0F5BA517-4731-4A21-9548-914730DFF977}"/>
    <dgm:cxn modelId="{26C4A511-8A82-4B51-84E0-DA6FDB6BA139}" type="presParOf" srcId="{8F0D3DDE-C4AC-4622-B60C-FDA0836F4A9F}" destId="{5D49984A-AF70-41D6-8327-331E7229C453}" srcOrd="0" destOrd="0" presId="urn:microsoft.com/office/officeart/2018/2/layout/IconCircleList"/>
    <dgm:cxn modelId="{975840CB-4175-477F-9A69-8C2B4E220A5E}" type="presParOf" srcId="{5D49984A-AF70-41D6-8327-331E7229C453}" destId="{2193F369-D421-40C1-BE40-34D7C69E008D}" srcOrd="0" destOrd="0" presId="urn:microsoft.com/office/officeart/2018/2/layout/IconCircleList"/>
    <dgm:cxn modelId="{2E9D43BC-F9BD-462C-8195-A312B3A9D42A}" type="presParOf" srcId="{2193F369-D421-40C1-BE40-34D7C69E008D}" destId="{95D56BC4-EA9D-4F19-8A67-5F54482F12CB}" srcOrd="0" destOrd="0" presId="urn:microsoft.com/office/officeart/2018/2/layout/IconCircleList"/>
    <dgm:cxn modelId="{CF62E2BE-5238-479B-AE08-96EB21C5740E}" type="presParOf" srcId="{2193F369-D421-40C1-BE40-34D7C69E008D}" destId="{013DF5EE-63F0-43FC-B582-1343C71E3683}" srcOrd="1" destOrd="0" presId="urn:microsoft.com/office/officeart/2018/2/layout/IconCircleList"/>
    <dgm:cxn modelId="{13AD38E1-497C-4AB0-BFD3-FC2D36251240}" type="presParOf" srcId="{2193F369-D421-40C1-BE40-34D7C69E008D}" destId="{D7D35DB1-4C75-4FE6-AB68-DDCFCA67DF45}" srcOrd="2" destOrd="0" presId="urn:microsoft.com/office/officeart/2018/2/layout/IconCircleList"/>
    <dgm:cxn modelId="{6395F614-E8AF-454A-9981-92D56EBE8C8C}" type="presParOf" srcId="{2193F369-D421-40C1-BE40-34D7C69E008D}" destId="{1889CD4F-7499-4719-B589-1BFB23F3F029}" srcOrd="3" destOrd="0" presId="urn:microsoft.com/office/officeart/2018/2/layout/IconCircleList"/>
    <dgm:cxn modelId="{E62778F1-5D63-493D-95E1-23DBFA12947C}" type="presParOf" srcId="{5D49984A-AF70-41D6-8327-331E7229C453}" destId="{268ADC14-0736-465F-9815-6A180C6C3445}" srcOrd="1" destOrd="0" presId="urn:microsoft.com/office/officeart/2018/2/layout/IconCircleList"/>
    <dgm:cxn modelId="{6A6B3EEF-FD15-4AAE-8F55-23D76C4FDA84}" type="presParOf" srcId="{5D49984A-AF70-41D6-8327-331E7229C453}" destId="{B1EB624D-1B30-4FD2-A734-C4D5F9FDA8A3}" srcOrd="2" destOrd="0" presId="urn:microsoft.com/office/officeart/2018/2/layout/IconCircleList"/>
    <dgm:cxn modelId="{F05F1A6A-E00F-44C0-964D-4B1DA431336C}" type="presParOf" srcId="{B1EB624D-1B30-4FD2-A734-C4D5F9FDA8A3}" destId="{07DE9B62-CE09-40FE-81BF-B3A40C0D367B}" srcOrd="0" destOrd="0" presId="urn:microsoft.com/office/officeart/2018/2/layout/IconCircleList"/>
    <dgm:cxn modelId="{4DDF3210-AA4F-4A7C-9B6E-CDA6CD89B28D}" type="presParOf" srcId="{B1EB624D-1B30-4FD2-A734-C4D5F9FDA8A3}" destId="{E5426C16-BFAC-451A-B7A3-8FF43FDDB96E}" srcOrd="1" destOrd="0" presId="urn:microsoft.com/office/officeart/2018/2/layout/IconCircleList"/>
    <dgm:cxn modelId="{6691D5B0-064D-4CC0-91F3-A989B9C76000}" type="presParOf" srcId="{B1EB624D-1B30-4FD2-A734-C4D5F9FDA8A3}" destId="{5E3C3F32-A8BD-492B-AC6F-1E710007FE66}" srcOrd="2" destOrd="0" presId="urn:microsoft.com/office/officeart/2018/2/layout/IconCircleList"/>
    <dgm:cxn modelId="{7304B23F-A7EB-4807-8604-19E7C9240AB3}" type="presParOf" srcId="{B1EB624D-1B30-4FD2-A734-C4D5F9FDA8A3}" destId="{459DAEA3-2F14-4041-8E94-11C9155034F7}" srcOrd="3" destOrd="0" presId="urn:microsoft.com/office/officeart/2018/2/layout/IconCircleList"/>
    <dgm:cxn modelId="{AFF7555A-3C45-49AB-BC2C-E80D9D77E7DC}" type="presParOf" srcId="{5D49984A-AF70-41D6-8327-331E7229C453}" destId="{F9465714-B754-4F13-BDB4-B1207AA81472}" srcOrd="3" destOrd="0" presId="urn:microsoft.com/office/officeart/2018/2/layout/IconCircleList"/>
    <dgm:cxn modelId="{AA257951-C219-4445-939B-0947D9000BBC}" type="presParOf" srcId="{5D49984A-AF70-41D6-8327-331E7229C453}" destId="{D5597990-73F0-4DB1-B039-2CD6E7DF4C8B}" srcOrd="4" destOrd="0" presId="urn:microsoft.com/office/officeart/2018/2/layout/IconCircleList"/>
    <dgm:cxn modelId="{08E2B4A3-73CE-4C50-A215-F9EAF22C0913}" type="presParOf" srcId="{D5597990-73F0-4DB1-B039-2CD6E7DF4C8B}" destId="{FCC666D8-35D6-436E-9BBE-B02661AF7746}" srcOrd="0" destOrd="0" presId="urn:microsoft.com/office/officeart/2018/2/layout/IconCircleList"/>
    <dgm:cxn modelId="{7E43F368-D429-4BCD-AF78-EAE8AF2F3B5E}" type="presParOf" srcId="{D5597990-73F0-4DB1-B039-2CD6E7DF4C8B}" destId="{DBB916C5-1F32-461A-82A0-EBEAF87BA72A}" srcOrd="1" destOrd="0" presId="urn:microsoft.com/office/officeart/2018/2/layout/IconCircleList"/>
    <dgm:cxn modelId="{AAEBAE21-AFCD-4088-A866-1766BD47CA6A}" type="presParOf" srcId="{D5597990-73F0-4DB1-B039-2CD6E7DF4C8B}" destId="{DA907FDD-8CC3-4547-AFB6-E12353B0EC5D}" srcOrd="2" destOrd="0" presId="urn:microsoft.com/office/officeart/2018/2/layout/IconCircleList"/>
    <dgm:cxn modelId="{07D55AEB-2237-4B9B-A117-0B129F32ED80}" type="presParOf" srcId="{D5597990-73F0-4DB1-B039-2CD6E7DF4C8B}" destId="{43844BBB-DA85-4F88-99B5-A1D60838AAF9}" srcOrd="3" destOrd="0" presId="urn:microsoft.com/office/officeart/2018/2/layout/IconCircleList"/>
    <dgm:cxn modelId="{908C4165-F1EF-4952-8966-38D2669552E6}" type="presParOf" srcId="{5D49984A-AF70-41D6-8327-331E7229C453}" destId="{FE6F035C-B393-40DD-B3BC-EC1EA4516672}" srcOrd="5" destOrd="0" presId="urn:microsoft.com/office/officeart/2018/2/layout/IconCircleList"/>
    <dgm:cxn modelId="{52223848-54AE-47FB-82AB-428C1C498004}" type="presParOf" srcId="{5D49984A-AF70-41D6-8327-331E7229C453}" destId="{0CF734CA-98CE-4EDB-8F0B-6E8BB9305481}" srcOrd="6" destOrd="0" presId="urn:microsoft.com/office/officeart/2018/2/layout/IconCircleList"/>
    <dgm:cxn modelId="{60232365-350F-4ED8-A375-B1062E9E4371}" type="presParOf" srcId="{0CF734CA-98CE-4EDB-8F0B-6E8BB9305481}" destId="{CB052BCA-CD9A-48AD-9455-471AA4579BF6}" srcOrd="0" destOrd="0" presId="urn:microsoft.com/office/officeart/2018/2/layout/IconCircleList"/>
    <dgm:cxn modelId="{65387E0B-9652-48D5-A19D-0B898DA5A891}" type="presParOf" srcId="{0CF734CA-98CE-4EDB-8F0B-6E8BB9305481}" destId="{85F072D1-13C4-49D0-BB8D-9663B2C7C5E7}" srcOrd="1" destOrd="0" presId="urn:microsoft.com/office/officeart/2018/2/layout/IconCircleList"/>
    <dgm:cxn modelId="{1E0E6E0E-97AB-4D74-8C09-7C520F00BD06}" type="presParOf" srcId="{0CF734CA-98CE-4EDB-8F0B-6E8BB9305481}" destId="{A2850A13-08AB-42A3-8B4F-0F2A876A67C7}" srcOrd="2" destOrd="0" presId="urn:microsoft.com/office/officeart/2018/2/layout/IconCircleList"/>
    <dgm:cxn modelId="{A7F89119-F0C4-406F-B14E-38103767186D}" type="presParOf" srcId="{0CF734CA-98CE-4EDB-8F0B-6E8BB9305481}" destId="{68518380-477C-4E4C-8F4A-53F3D71C604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56BC4-EA9D-4F19-8A67-5F54482F12CB}">
      <dsp:nvSpPr>
        <dsp:cNvPr id="0" name=""/>
        <dsp:cNvSpPr/>
      </dsp:nvSpPr>
      <dsp:spPr>
        <a:xfrm>
          <a:off x="6409" y="124393"/>
          <a:ext cx="1458532" cy="14585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3DF5EE-63F0-43FC-B582-1343C71E3683}">
      <dsp:nvSpPr>
        <dsp:cNvPr id="0" name=""/>
        <dsp:cNvSpPr/>
      </dsp:nvSpPr>
      <dsp:spPr>
        <a:xfrm>
          <a:off x="312701" y="430685"/>
          <a:ext cx="845948" cy="8459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89CD4F-7499-4719-B589-1BFB23F3F029}">
      <dsp:nvSpPr>
        <dsp:cNvPr id="0" name=""/>
        <dsp:cNvSpPr/>
      </dsp:nvSpPr>
      <dsp:spPr>
        <a:xfrm>
          <a:off x="1777484" y="124393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Intro to mobile applications (what is the difference between Native &amp; Cross Platform).</a:t>
          </a:r>
        </a:p>
      </dsp:txBody>
      <dsp:txXfrm>
        <a:off x="1777484" y="124393"/>
        <a:ext cx="3437969" cy="1458532"/>
      </dsp:txXfrm>
    </dsp:sp>
    <dsp:sp modelId="{07DE9B62-CE09-40FE-81BF-B3A40C0D367B}">
      <dsp:nvSpPr>
        <dsp:cNvPr id="0" name=""/>
        <dsp:cNvSpPr/>
      </dsp:nvSpPr>
      <dsp:spPr>
        <a:xfrm>
          <a:off x="5814495" y="124393"/>
          <a:ext cx="1458532" cy="145853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26C16-BFAC-451A-B7A3-8FF43FDDB96E}">
      <dsp:nvSpPr>
        <dsp:cNvPr id="0" name=""/>
        <dsp:cNvSpPr/>
      </dsp:nvSpPr>
      <dsp:spPr>
        <a:xfrm>
          <a:off x="6120786" y="430685"/>
          <a:ext cx="845948" cy="8459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DAEA3-2F14-4041-8E94-11C9155034F7}">
      <dsp:nvSpPr>
        <dsp:cNvPr id="0" name=""/>
        <dsp:cNvSpPr/>
      </dsp:nvSpPr>
      <dsp:spPr>
        <a:xfrm>
          <a:off x="7585570" y="124393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Difference between Flutter &amp; Dart.</a:t>
          </a:r>
        </a:p>
      </dsp:txBody>
      <dsp:txXfrm>
        <a:off x="7585570" y="124393"/>
        <a:ext cx="3437969" cy="1458532"/>
      </dsp:txXfrm>
    </dsp:sp>
    <dsp:sp modelId="{FCC666D8-35D6-436E-9BBE-B02661AF7746}">
      <dsp:nvSpPr>
        <dsp:cNvPr id="0" name=""/>
        <dsp:cNvSpPr/>
      </dsp:nvSpPr>
      <dsp:spPr>
        <a:xfrm>
          <a:off x="6409" y="2231354"/>
          <a:ext cx="1458532" cy="145853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916C5-1F32-461A-82A0-EBEAF87BA72A}">
      <dsp:nvSpPr>
        <dsp:cNvPr id="0" name=""/>
        <dsp:cNvSpPr/>
      </dsp:nvSpPr>
      <dsp:spPr>
        <a:xfrm>
          <a:off x="312701" y="2537646"/>
          <a:ext cx="845948" cy="8459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844BBB-DA85-4F88-99B5-A1D60838AAF9}">
      <dsp:nvSpPr>
        <dsp:cNvPr id="0" name=""/>
        <dsp:cNvSpPr/>
      </dsp:nvSpPr>
      <dsp:spPr>
        <a:xfrm>
          <a:off x="1777484" y="2231354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History of dart.</a:t>
          </a:r>
        </a:p>
      </dsp:txBody>
      <dsp:txXfrm>
        <a:off x="1777484" y="2231354"/>
        <a:ext cx="3437969" cy="1458532"/>
      </dsp:txXfrm>
    </dsp:sp>
    <dsp:sp modelId="{CB052BCA-CD9A-48AD-9455-471AA4579BF6}">
      <dsp:nvSpPr>
        <dsp:cNvPr id="0" name=""/>
        <dsp:cNvSpPr/>
      </dsp:nvSpPr>
      <dsp:spPr>
        <a:xfrm>
          <a:off x="5814495" y="2231354"/>
          <a:ext cx="1458532" cy="145853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F072D1-13C4-49D0-BB8D-9663B2C7C5E7}">
      <dsp:nvSpPr>
        <dsp:cNvPr id="0" name=""/>
        <dsp:cNvSpPr/>
      </dsp:nvSpPr>
      <dsp:spPr>
        <a:xfrm>
          <a:off x="6120786" y="2537646"/>
          <a:ext cx="845948" cy="8459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18380-477C-4E4C-8F4A-53F3D71C6048}">
      <dsp:nvSpPr>
        <dsp:cNvPr id="0" name=""/>
        <dsp:cNvSpPr/>
      </dsp:nvSpPr>
      <dsp:spPr>
        <a:xfrm>
          <a:off x="7585570" y="2231354"/>
          <a:ext cx="3437969" cy="14585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highlight>
                <a:srgbClr val="808080"/>
              </a:highlight>
            </a:rPr>
            <a:t>Dart basics</a:t>
          </a:r>
          <a:r>
            <a:rPr lang="en-US" sz="2200" kern="1200"/>
            <a:t> : Datatypes, Operators, Conditions, Loops, Function and Null Safety.</a:t>
          </a:r>
        </a:p>
      </dsp:txBody>
      <dsp:txXfrm>
        <a:off x="7585570" y="2231354"/>
        <a:ext cx="3437969" cy="14585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880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16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181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15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882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041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97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589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29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10/31/2023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88397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62" r:id="rId6"/>
    <p:sldLayoutId id="2147483767" r:id="rId7"/>
    <p:sldLayoutId id="2147483763" r:id="rId8"/>
    <p:sldLayoutId id="2147483764" r:id="rId9"/>
    <p:sldLayoutId id="2147483765" r:id="rId10"/>
    <p:sldLayoutId id="2147483766" r:id="rId11"/>
  </p:sldLayoutIdLst>
  <p:hf sldNum="0"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44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9936D-2A86-7B95-FD00-A1040FDCA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Dart Basics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(session 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09452A-C657-28E4-19F8-ACD39A9E1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621" y="4739780"/>
            <a:ext cx="3511233" cy="1147054"/>
          </a:xfrm>
        </p:spPr>
        <p:txBody>
          <a:bodyPr anchor="t">
            <a:normAutofit/>
          </a:bodyPr>
          <a:lstStyle/>
          <a:p>
            <a:endParaRPr lang="en-US" sz="2200"/>
          </a:p>
          <a:p>
            <a:r>
              <a:rPr lang="en-US" sz="2200"/>
              <a:t>By : Mohamed Sayed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Arrows in a dartboard">
            <a:extLst>
              <a:ext uri="{FF2B5EF4-FFF2-40B4-BE49-F238E27FC236}">
                <a16:creationId xmlns:a16="http://schemas.microsoft.com/office/drawing/2014/main" id="{A4D88404-B84A-E33F-0824-A7AF0896FB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583" r="2050" b="-1"/>
          <a:stretch/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779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9CFD-64D1-6ABE-D240-8153AD42D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Agenda : 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64CF10-E62A-A387-D0FD-8A59E09B04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9479701"/>
              </p:ext>
            </p:extLst>
          </p:nvPr>
        </p:nvGraphicFramePr>
        <p:xfrm>
          <a:off x="581025" y="2341563"/>
          <a:ext cx="11029950" cy="38142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5016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1FA8F66-3B85-411D-A2A6-A50DF3026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Web Design">
            <a:extLst>
              <a:ext uri="{FF2B5EF4-FFF2-40B4-BE49-F238E27FC236}">
                <a16:creationId xmlns:a16="http://schemas.microsoft.com/office/drawing/2014/main" id="{13D0705F-E3B4-363B-C64A-35812DA5E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18957" y="536739"/>
            <a:ext cx="3358538" cy="3358538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4179E790-E691-4202-B7FA-62924FC8D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219240"/>
            <a:ext cx="11301984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5EE0A0-4DA6-4AA2-A475-14DB03C55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234" y="4365523"/>
            <a:ext cx="11303626" cy="2045243"/>
          </a:xfrm>
          <a:prstGeom prst="rect">
            <a:avLst/>
          </a:prstGeom>
          <a:solidFill>
            <a:srgbClr val="465359"/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B8EF82-3BB0-20F1-EE0C-819C3A7C0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572000"/>
            <a:ext cx="10965141" cy="89524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br>
              <a:rPr lang="en-US" sz="1000">
                <a:solidFill>
                  <a:srgbClr val="FFFFFF"/>
                </a:solidFill>
              </a:rPr>
            </a:br>
            <a:br>
              <a:rPr lang="en-US" sz="1000">
                <a:solidFill>
                  <a:srgbClr val="FFFFFF"/>
                </a:solidFill>
              </a:rPr>
            </a:br>
            <a:br>
              <a:rPr lang="en-US" sz="1000">
                <a:solidFill>
                  <a:srgbClr val="FFFFFF"/>
                </a:solidFill>
              </a:rPr>
            </a:br>
            <a:br>
              <a:rPr lang="en-US" sz="1000">
                <a:solidFill>
                  <a:srgbClr val="FFFFFF"/>
                </a:solidFill>
              </a:rPr>
            </a:br>
            <a:br>
              <a:rPr lang="en-US" sz="1000">
                <a:solidFill>
                  <a:srgbClr val="FFFFFF"/>
                </a:solidFill>
              </a:rPr>
            </a:br>
            <a:br>
              <a:rPr lang="en-US" sz="1000">
                <a:solidFill>
                  <a:srgbClr val="FFFFFF"/>
                </a:solidFill>
              </a:rPr>
            </a:br>
            <a:br>
              <a:rPr lang="en-US" sz="1000">
                <a:solidFill>
                  <a:srgbClr val="FFFFFF"/>
                </a:solidFill>
              </a:rPr>
            </a:br>
            <a:endParaRPr lang="en-US" sz="1000">
              <a:solidFill>
                <a:srgbClr val="FFFFFF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C79FDC-88F7-261F-7461-FFE248B86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5467246"/>
            <a:ext cx="10965142" cy="48482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1600" kern="1200" cap="all" dirty="0">
                <a:solidFill>
                  <a:srgbClr val="FFFFFF">
                    <a:alpha val="75000"/>
                  </a:srgbClr>
                </a:solidFill>
                <a:latin typeface="+mn-lt"/>
                <a:ea typeface="+mn-ea"/>
                <a:cs typeface="+mn-cs"/>
              </a:rPr>
              <a:t>  Intro to mobile applications (what is the difference between Native &amp; Cross Platform)</a:t>
            </a:r>
          </a:p>
        </p:txBody>
      </p:sp>
    </p:spTree>
    <p:extLst>
      <p:ext uri="{BB962C8B-B14F-4D97-AF65-F5344CB8AC3E}">
        <p14:creationId xmlns:p14="http://schemas.microsoft.com/office/powerpoint/2010/main" val="1031607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2AF00E-D433-4047-863F-BCB69CEC3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588" y="601200"/>
            <a:ext cx="7498616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F4692-D50E-5826-71ED-169356E5C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559" y="938022"/>
            <a:ext cx="6647905" cy="1188720"/>
          </a:xfrm>
        </p:spPr>
        <p:txBody>
          <a:bodyPr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Difference between Flutter &amp; Dart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7DBEA-6DFC-457A-9850-E5350535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446CF5-953A-4916-BFF4-F5558E5C2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7B945C-B433-4DFF-9A67-A5C9257E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85107-8EA5-CC17-DD71-18B56ABBD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559" y="2340864"/>
            <a:ext cx="6690843" cy="37932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b="1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Dart</a:t>
            </a:r>
            <a:r>
              <a:rPr lang="en-GB" b="0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  </a:t>
            </a:r>
            <a:r>
              <a:rPr lang="en-GB" sz="1800" b="0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is a modern(null safety , async programming ….) , object-oriented programming language. It is popular nowadays because of flutter. It is difficult to build complete apps only using Dart because you have to manage many things yourself.</a:t>
            </a:r>
          </a:p>
          <a:p>
            <a:r>
              <a:rPr lang="en-GB" sz="2400" b="1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Flutter</a:t>
            </a:r>
            <a:r>
              <a:rPr lang="en-GB" sz="1800" b="0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 is a framework that uses dart programming language. With the help of flutter, you can build apps for android, iOS, web, desktop, etc. The framework contains ready-made tools to make apps faster</a:t>
            </a:r>
            <a:r>
              <a:rPr lang="en-GB" b="0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.</a:t>
            </a:r>
          </a:p>
        </p:txBody>
      </p:sp>
      <p:pic>
        <p:nvPicPr>
          <p:cNvPr id="7" name="Graphic 6" descr="Target">
            <a:extLst>
              <a:ext uri="{FF2B5EF4-FFF2-40B4-BE49-F238E27FC236}">
                <a16:creationId xmlns:a16="http://schemas.microsoft.com/office/drawing/2014/main" id="{80C76493-1D68-C1DF-4F4F-08443746E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6761" y="2049354"/>
            <a:ext cx="3053422" cy="305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208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8C97474-5879-4DB5-B4F3-F0357104B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2AF00E-D433-4047-863F-BCB69CEC3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588" y="601200"/>
            <a:ext cx="7498616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C21B4-3957-1750-D575-4948D8CAB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559" y="938022"/>
            <a:ext cx="6647905" cy="118872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History of dart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97DBEA-6DFC-457A-9850-E53505354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446CF5-953A-4916-BFF4-F5558E5C2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7B945C-B433-4DFF-9A67-A5C9257E4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3114B-D003-E195-487B-4FCECB9C8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559" y="2340864"/>
            <a:ext cx="6690843" cy="379323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Google developed Dart in 2011 as an alternative to </a:t>
            </a:r>
            <a:r>
              <a:rPr lang="en-GB" sz="1800" b="0" i="0" dirty="0" err="1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javascript</a:t>
            </a:r>
            <a:r>
              <a:rPr lang="en-GB" sz="1800" b="0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Dart 1.0 was released on November 14, 2013.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Dart 2.0 was released in August 2018.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FFFFFF"/>
                </a:solidFill>
                <a:latin typeface="Work Sans" panose="020F0502020204030204" pitchFamily="2" charset="0"/>
              </a:rPr>
              <a:t>L</a:t>
            </a:r>
            <a:r>
              <a:rPr lang="en-GB" sz="1800" b="0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atest version of dart is </a:t>
            </a:r>
            <a:r>
              <a:rPr lang="en-GB" sz="1800" b="0" i="0" dirty="0">
                <a:solidFill>
                  <a:srgbClr val="FFFFFF"/>
                </a:solidFill>
                <a:effectLst/>
                <a:highlight>
                  <a:srgbClr val="808080"/>
                </a:highlight>
                <a:latin typeface="Work Sans" panose="020F0502020204030204" pitchFamily="2" charset="0"/>
              </a:rPr>
              <a:t>3.1.5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0" i="0" dirty="0">
                <a:solidFill>
                  <a:srgbClr val="FFFFFF"/>
                </a:solidFill>
                <a:effectLst/>
                <a:latin typeface="Work Sans" panose="020F0502020204030204" pitchFamily="2" charset="0"/>
              </a:rPr>
              <a:t>Dart gained popularity in recent days because of flutter.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7" name="Graphic 6" descr="Fingerprint">
            <a:extLst>
              <a:ext uri="{FF2B5EF4-FFF2-40B4-BE49-F238E27FC236}">
                <a16:creationId xmlns:a16="http://schemas.microsoft.com/office/drawing/2014/main" id="{12500BE5-55C2-4D17-7E1F-043720C08F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76761" y="2049354"/>
            <a:ext cx="3053422" cy="305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245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019540-1104-4B12-9F83-45F586741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C4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DD7A0D-35E2-766D-9934-3249A8E9B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1066800"/>
            <a:ext cx="5727760" cy="47244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0" kern="1200" cap="all" dirty="0">
                <a:solidFill>
                  <a:srgbClr val="FFFFFF">
                    <a:alpha val="90000"/>
                  </a:srgbClr>
                </a:solidFill>
                <a:latin typeface="+mj-lt"/>
                <a:ea typeface="+mj-ea"/>
                <a:cs typeface="+mj-cs"/>
              </a:rPr>
              <a:t>Dart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DCFF4-63A5-4D8B-880B-EEA9369BC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55" y="1066800"/>
            <a:ext cx="3405015" cy="4724400"/>
          </a:xfrm>
          <a:ln w="57150"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800" cap="all" dirty="0">
                <a:solidFill>
                  <a:srgbClr val="FFFFFF"/>
                </a:solidFill>
              </a:rPr>
              <a:t>Let’s to code ??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580CFD6-E44A-486A-9E73-D8D948F78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5171433" y="3396996"/>
            <a:ext cx="3703320" cy="6400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40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Univers Condensed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Univers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220</Words>
  <Application>Microsoft Office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Gill Sans MT</vt:lpstr>
      <vt:lpstr>Univers</vt:lpstr>
      <vt:lpstr>Univers Condensed</vt:lpstr>
      <vt:lpstr>Wingdings</vt:lpstr>
      <vt:lpstr>Wingdings 2</vt:lpstr>
      <vt:lpstr>Work Sans</vt:lpstr>
      <vt:lpstr>DividendVTI</vt:lpstr>
      <vt:lpstr>Dart Basics (session 1)</vt:lpstr>
      <vt:lpstr>Agenda : </vt:lpstr>
      <vt:lpstr>       </vt:lpstr>
      <vt:lpstr>Difference between Flutter &amp; Dart</vt:lpstr>
      <vt:lpstr>History of dart</vt:lpstr>
      <vt:lpstr>Dart basics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Dart Basics (session 1)</dc:title>
  <dc:creator>محمد سيد طه سيد صقر</dc:creator>
  <cp:lastModifiedBy>محمد سيد طه سيد صقر</cp:lastModifiedBy>
  <cp:revision>1</cp:revision>
  <dcterms:created xsi:type="dcterms:W3CDTF">2023-10-31T00:21:28Z</dcterms:created>
  <dcterms:modified xsi:type="dcterms:W3CDTF">2023-10-31T01:13:09Z</dcterms:modified>
</cp:coreProperties>
</file>